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Roboto Slab"/>
      <p:regular r:id="rId24"/>
      <p:bold r:id="rId25"/>
    </p:embeddedFon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huPFgppO671iV9PT+2nF6bc5De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Slab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RobotoSlab-bold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244aebe18_0_4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5244aebe18_0_4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5244aebe18_0_4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5244aebe18_0_4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5244aebe18_0_4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5244aebe18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5244aebe18_0_11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5244aebe18_0_11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5244aebe18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5244aebe18_0_1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5244aebe18_0_1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5244aebe18_0_15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5244aebe18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5244aebe18_0_20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5244aebe18_0_20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5244aebe18_0_20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5244aebe18_0_20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5244aebe18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5244aebe18_0_2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5244aebe18_0_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5244aebe18_0_29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5244aebe18_0_29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5244aebe18_0_29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5244aebe18_0_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244aebe18_0_34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5244aebe18_0_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5244aebe18_0_37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5244aebe18_0_37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5244aebe18_0_37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5244aebe18_0_37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5244aebe18_0_37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5244aebe18_0_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5244aebe18_0_44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5244aebe18_0_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244aebe18_0_47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5244aebe18_0_47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5244aebe18_0_47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5244aebe18_0_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244aebe18_0_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244aebe18_0_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g35244aebe18_0_5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g35244aebe18_0_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5244aebe18_0_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5244aebe18_0_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244aebe18_0_0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5244aebe18_0_0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5244aebe18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à Linguagem JavaScript</a:t>
            </a:r>
            <a:endParaRPr/>
          </a:p>
        </p:txBody>
      </p:sp>
      <p:sp>
        <p:nvSpPr>
          <p:cNvPr id="70" name="Google Shape;70;p1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Conceitos e exemplos práticos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JavaScript?</a:t>
            </a:r>
            <a:endParaRPr/>
          </a:p>
        </p:txBody>
      </p:sp>
      <p:sp>
        <p:nvSpPr>
          <p:cNvPr id="76" name="Google Shape;7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Linguagem interpretada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Executada no navegador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Torna páginas interativas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o JavaScript é usado?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Desenvolvimento Web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Aplicações móveis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Aplicações desktop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Jogos e automação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Client-side vs Server-side (Conceito)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**Client-side:**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Executado no navegador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Interações rápidas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Sem conexão constante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**Server-side:**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Executado no servidor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Processa dados e acessa bancos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Usa linguagens como Node.js, PHP etc.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Vantagens e Desvantagens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Client-side: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Rápido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Sem recarregar página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Menor segurança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Server-side: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Acesso a banco de dados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Mais seguro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Pode ser mais lento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Decisão - if/else</a:t>
            </a:r>
            <a:endParaRPr/>
          </a:p>
        </p:txBody>
      </p:sp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idade = 18;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(idade &gt;= 18) {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console.log("Maior de idade");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else {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console.log("Menor de idade");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Decisão - switch/case</a:t>
            </a:r>
            <a:endParaRPr/>
          </a:p>
        </p:txBody>
      </p:sp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dia = 3;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(dia) {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case 1: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console.log("Domingo");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break;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case 2: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console.log("Segunda");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break;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default: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console.log("Outro dia");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Repetição - while</a:t>
            </a:r>
            <a:endParaRPr/>
          </a:p>
        </p:txBody>
      </p:sp>
      <p:sp>
        <p:nvSpPr>
          <p:cNvPr id="112" name="Google Shape;11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i = 0;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(i &lt; 5) {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console.log(i);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i++;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Repetição - do/while</a:t>
            </a:r>
            <a:endParaRPr/>
          </a:p>
        </p:txBody>
      </p:sp>
      <p:sp>
        <p:nvSpPr>
          <p:cNvPr id="118" name="Google Shape;118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i = 0;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{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console.log(i);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i++;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while (i &lt; 5);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Repetição - for</a:t>
            </a:r>
            <a:endParaRPr/>
          </a:p>
        </p:txBody>
      </p:sp>
      <p:sp>
        <p:nvSpPr>
          <p:cNvPr id="124" name="Google Shape;124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(let i = 0; i &lt; 5; i++) {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console.log("Contador: " + i);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Atividade prática - laços</a:t>
            </a:r>
            <a:endParaRPr/>
          </a:p>
        </p:txBody>
      </p:sp>
      <p:sp>
        <p:nvSpPr>
          <p:cNvPr id="130" name="Google Shape;130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-Cr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ie uma página que recebe um valor máximo 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ao percorrer todos os valores, mostrar apenas números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pares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aos Arrays</a:t>
            </a:r>
            <a:endParaRPr/>
          </a:p>
        </p:txBody>
      </p:sp>
      <p:sp>
        <p:nvSpPr>
          <p:cNvPr id="136" name="Google Shape;13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frutas = ["maçã", "banana", "laranja"];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Criando vetor e adicionando elementos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numeros = [];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numeros.push(10);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numeros.push(20);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console.log(numeros);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Acessando elementos do vetor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cores = ["vermelho", "azul", "verde"];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console.log(cores[1]);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Removendo elementos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nomes = ["Ana", "João", "Maria"];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nomes.pop();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console.log(nomes);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Outras operações com arrays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lista = [5, 10, 15];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lista.shift();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lista.unshift(0);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Atividade prática com arrays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Criar array de nomes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Adicionar/remover nomes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Listar com for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JavaScript é base da web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Client-side ≠ Server-side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Controle de fluxo e arrays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