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Roboto Slab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t4wfUahqKE2/XnF4kJslbR1q7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bold.fntdata"/><Relationship Id="rId21" Type="http://schemas.openxmlformats.org/officeDocument/2006/relationships/font" Target="fonts/RobotoSlab-regular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3d41c799e_0_4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43d41c799e_0_4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43d41c799e_0_4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43d41c799e_0_4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43d41c799e_0_4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43d41c799e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43d41c799e_0_11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43d41c799e_0_11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43d41c799e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43d41c799e_0_1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43d41c799e_0_1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43d41c799e_0_15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43d41c799e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43d41c799e_0_20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43d41c799e_0_20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43d41c799e_0_20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43d41c799e_0_20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43d41c799e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43d41c799e_0_2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43d41c799e_0_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43d41c799e_0_29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43d41c799e_0_29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43d41c799e_0_29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43d41c799e_0_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43d41c799e_0_34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43d41c799e_0_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43d41c799e_0_37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43d41c799e_0_37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43d41c799e_0_37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43d41c799e_0_37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43d41c799e_0_37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43d41c799e_0_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43d41c799e_0_44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43d41c799e_0_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3d41c799e_0_47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43d41c799e_0_47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43d41c799e_0_47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43d41c799e_0_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3d41c799e_0_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3d41c799e_0_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g343d41c799e_0_5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g343d41c799e_0_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43d41c799e_0_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43d41c799e_0_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43d41c799e_0_0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43d41c799e_0_0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43d41c799e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ao JavaScript</a:t>
            </a:r>
            <a:endParaRPr/>
          </a:p>
        </p:txBody>
      </p:sp>
      <p:sp>
        <p:nvSpPr>
          <p:cNvPr id="70" name="Google Shape;70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 é uma linguagem de programação de alto nível, interpretada e amplamente utilizada no desenvolvimento web. Com ele, é possível criar aplicações interativas, manipular elementos do HTML e CSS, além de se comunicar com servidores.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Vantagens do JavaScript</a:t>
            </a:r>
            <a:endParaRPr/>
          </a:p>
        </p:txBody>
      </p:sp>
      <p:sp>
        <p:nvSpPr>
          <p:cNvPr id="76" name="Google Shape;7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Execução no cliente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Facilidade de aprendizado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Alta compatibilidade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Interatividade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Ecossistema rico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Criando uma Função Simples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function saudacao() {</a:t>
            </a:r>
            <a:endParaRPr>
              <a:solidFill>
                <a:srgbClr val="FFFF00"/>
              </a:solidFill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   return "Olá, mundo!";</a:t>
            </a:r>
            <a:endParaRPr>
              <a:solidFill>
                <a:srgbClr val="FFFF00"/>
              </a:solidFill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solidFill>
                <a:srgbClr val="FFFF00"/>
              </a:solidFill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console.log(saudacao());</a:t>
            </a:r>
            <a:endParaRPr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Variáveis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0" lvl="0" marL="13716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let nome = "João";</a:t>
            </a:r>
            <a:endParaRPr>
              <a:solidFill>
                <a:srgbClr val="FFFF00"/>
              </a:solidFill>
            </a:endParaRPr>
          </a:p>
          <a:p>
            <a:pPr indent="0" lvl="0" marL="13716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const idade = 30;</a:t>
            </a:r>
            <a:endParaRPr>
              <a:solidFill>
                <a:srgbClr val="FFFF00"/>
              </a:solidFill>
            </a:endParaRPr>
          </a:p>
          <a:p>
            <a:pPr indent="0" lvl="0" marL="13716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console.log(`Nome: ${nome}, Idade: ${idade}`);</a:t>
            </a:r>
            <a:endParaRPr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Manipulação do DOM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document.getElementById("demo").innerHTML = "Hello, JavaScript!";</a:t>
            </a:r>
            <a:endParaRPr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Criando uma Função e Evento de Clique</a:t>
            </a:r>
            <a:endParaRPr/>
          </a:p>
        </p:txBody>
      </p:sp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function mostrarAlerta() {</a:t>
            </a:r>
            <a:endParaRPr>
              <a:solidFill>
                <a:srgbClr val="FFFF00"/>
              </a:solidFill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   alert("Botão clicado!");</a:t>
            </a:r>
            <a:endParaRPr>
              <a:solidFill>
                <a:srgbClr val="FFFF00"/>
              </a:solidFill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solidFill>
                <a:srgbClr val="FFFF00"/>
              </a:solidFill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&lt;button onclick="mostrarAlerta()"&gt;Clique aqui&lt;/button&gt;</a:t>
            </a:r>
            <a:endParaRPr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Manipulação de Objetos</a:t>
            </a:r>
            <a:endParaRPr/>
          </a:p>
        </p:txBody>
      </p:sp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usuario = { nome: "Ana", idade: 25 };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console.log(usuario.nome);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Manipulação de Arrays</a:t>
            </a:r>
            <a:endParaRPr/>
          </a:p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numeros = [1, 2, 3, 4, 5];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dobrados = numeros.map(num =&gt; num * 2);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console.log(dobrados);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Iteração com ForEach</a:t>
            </a:r>
            <a:endParaRPr/>
          </a:p>
        </p:txBody>
      </p:sp>
      <p:sp>
        <p:nvSpPr>
          <p:cNvPr id="118" name="Google Shape;118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frutas = ["Maçã", "Banana", "Uva"];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frutas.forEach(fruta =&gt; console.log(fruta));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Arrow Functions</a:t>
            </a:r>
            <a:endParaRPr/>
          </a:p>
        </p:txBody>
      </p:sp>
      <p:sp>
        <p:nvSpPr>
          <p:cNvPr id="124" name="Google Shape;124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soma = (a, b) =&gt; a + b;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console.log(soma(5, 3));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Template Literals</a:t>
            </a:r>
            <a:endParaRPr/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nome = "Maria";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console.log(`Olá, ${nome}!`);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do Local Storage</a:t>
            </a:r>
            <a:endParaRPr/>
          </a:p>
        </p:txBody>
      </p:sp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localStorage.setItem("usuario", "Carlos");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console.log(localStorage.getItem("usuario"));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Promises para Requisição Assíncrona</a:t>
            </a:r>
            <a:endParaRPr/>
          </a:p>
        </p:txBody>
      </p:sp>
      <p:sp>
        <p:nvSpPr>
          <p:cNvPr id="142" name="Google Shape;14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fetch('https://jsonplaceholder.typicode.com/todos/1')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.then(response =&gt; response.json())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.then(data =&gt; console.log(data))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.catch(error =&gt; console.error('Erro:', error));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Async/Await</a:t>
            </a:r>
            <a:endParaRPr/>
          </a:p>
        </p:txBody>
      </p:sp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```javascript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async function obterDados() {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let response = await fetch('https://jsonplaceholder.typicode.com/todos/1');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let data = await response.json();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console.log(data);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obterDados();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```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/>
          </a:p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 é uma linguagem poderosa e essencial para o desenvolvimento web moderno. Com sua capacidade de manipulação do DOM, interatividade, suporte a chamadas assíncronas e um vasto ecossistema, é uma excelente escolha para desenvolvedores de todos os níveis.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